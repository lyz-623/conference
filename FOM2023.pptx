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9" r:id="rId2"/>
    <p:sldId id="263" r:id="rId3"/>
    <p:sldId id="264" r:id="rId4"/>
    <p:sldId id="266" r:id="rId5"/>
    <p:sldId id="265" r:id="rId6"/>
    <p:sldId id="26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 Yunze" initials="LY" lastIdx="1" clrIdx="0">
    <p:extLst>
      <p:ext uri="{19B8F6BF-5375-455C-9EA6-DF929625EA0E}">
        <p15:presenceInfo xmlns:p15="http://schemas.microsoft.com/office/powerpoint/2012/main" userId="c25e3d4e508c5ac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3300"/>
    <a:srgbClr val="9933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F9B077-1340-409D-869D-3905E0B84DD2}" v="7" dt="2023-04-02T14:15:50.4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5" autoAdjust="0"/>
    <p:restoredTop sz="94305" autoAdjust="0"/>
  </p:normalViewPr>
  <p:slideViewPr>
    <p:cSldViewPr snapToGrid="0">
      <p:cViewPr varScale="1">
        <p:scale>
          <a:sx n="153" d="100"/>
          <a:sy n="153" d="100"/>
        </p:scale>
        <p:origin x="546" y="1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 Yunze" userId="c25e3d4e508c5ac7" providerId="LiveId" clId="{DEF9B077-1340-409D-869D-3905E0B84DD2}"/>
    <pc:docChg chg="undo custSel addSld delSld modSld sldOrd">
      <pc:chgData name="LI Yunze" userId="c25e3d4e508c5ac7" providerId="LiveId" clId="{DEF9B077-1340-409D-869D-3905E0B84DD2}" dt="2023-04-02T14:16:29.368" v="1729" actId="20577"/>
      <pc:docMkLst>
        <pc:docMk/>
      </pc:docMkLst>
      <pc:sldChg chg="del">
        <pc:chgData name="LI Yunze" userId="c25e3d4e508c5ac7" providerId="LiveId" clId="{DEF9B077-1340-409D-869D-3905E0B84DD2}" dt="2023-04-02T13:59:17.510" v="78" actId="47"/>
        <pc:sldMkLst>
          <pc:docMk/>
          <pc:sldMk cId="3731699259" sldId="262"/>
        </pc:sldMkLst>
      </pc:sldChg>
      <pc:sldChg chg="addSp delSp modSp mod modNotesTx">
        <pc:chgData name="LI Yunze" userId="c25e3d4e508c5ac7" providerId="LiveId" clId="{DEF9B077-1340-409D-869D-3905E0B84DD2}" dt="2023-04-02T14:04:43.157" v="474" actId="5793"/>
        <pc:sldMkLst>
          <pc:docMk/>
          <pc:sldMk cId="2760579443" sldId="263"/>
        </pc:sldMkLst>
        <pc:spChg chg="del">
          <ac:chgData name="LI Yunze" userId="c25e3d4e508c5ac7" providerId="LiveId" clId="{DEF9B077-1340-409D-869D-3905E0B84DD2}" dt="2023-04-02T13:56:54.629" v="36" actId="478"/>
          <ac:spMkLst>
            <pc:docMk/>
            <pc:sldMk cId="2760579443" sldId="263"/>
            <ac:spMk id="2" creationId="{820E1BC3-A642-BBD8-E824-5749FF0624FE}"/>
          </ac:spMkLst>
        </pc:spChg>
        <pc:spChg chg="del">
          <ac:chgData name="LI Yunze" userId="c25e3d4e508c5ac7" providerId="LiveId" clId="{DEF9B077-1340-409D-869D-3905E0B84DD2}" dt="2023-04-02T13:56:48.446" v="32" actId="478"/>
          <ac:spMkLst>
            <pc:docMk/>
            <pc:sldMk cId="2760579443" sldId="263"/>
            <ac:spMk id="6" creationId="{08BC8AC6-083C-303E-C49D-C8FB6B79192D}"/>
          </ac:spMkLst>
        </pc:spChg>
        <pc:spChg chg="del">
          <ac:chgData name="LI Yunze" userId="c25e3d4e508c5ac7" providerId="LiveId" clId="{DEF9B077-1340-409D-869D-3905E0B84DD2}" dt="2023-04-02T13:56:48.446" v="32" actId="478"/>
          <ac:spMkLst>
            <pc:docMk/>
            <pc:sldMk cId="2760579443" sldId="263"/>
            <ac:spMk id="10" creationId="{6B5E0BF8-691A-7B33-2FC6-A9B734A4CDA4}"/>
          </ac:spMkLst>
        </pc:spChg>
        <pc:spChg chg="add mod">
          <ac:chgData name="LI Yunze" userId="c25e3d4e508c5ac7" providerId="LiveId" clId="{DEF9B077-1340-409D-869D-3905E0B84DD2}" dt="2023-04-02T14:04:43.157" v="474" actId="5793"/>
          <ac:spMkLst>
            <pc:docMk/>
            <pc:sldMk cId="2760579443" sldId="263"/>
            <ac:spMk id="11" creationId="{01BE73FE-0959-FCED-59C4-8BFA41FE4EC0}"/>
          </ac:spMkLst>
        </pc:spChg>
        <pc:spChg chg="mod">
          <ac:chgData name="LI Yunze" userId="c25e3d4e508c5ac7" providerId="LiveId" clId="{DEF9B077-1340-409D-869D-3905E0B84DD2}" dt="2023-04-02T13:59:02.007" v="77" actId="2711"/>
          <ac:spMkLst>
            <pc:docMk/>
            <pc:sldMk cId="2760579443" sldId="263"/>
            <ac:spMk id="14" creationId="{34BF0146-B24A-C228-EB86-2F8E3EA3FB2F}"/>
          </ac:spMkLst>
        </pc:spChg>
        <pc:spChg chg="del">
          <ac:chgData name="LI Yunze" userId="c25e3d4e508c5ac7" providerId="LiveId" clId="{DEF9B077-1340-409D-869D-3905E0B84DD2}" dt="2023-04-02T13:56:51.446" v="34" actId="478"/>
          <ac:spMkLst>
            <pc:docMk/>
            <pc:sldMk cId="2760579443" sldId="263"/>
            <ac:spMk id="19" creationId="{0A81F7BC-95C1-A1B4-B540-D6FE11B0A8DC}"/>
          </ac:spMkLst>
        </pc:spChg>
        <pc:spChg chg="del">
          <ac:chgData name="LI Yunze" userId="c25e3d4e508c5ac7" providerId="LiveId" clId="{DEF9B077-1340-409D-869D-3905E0B84DD2}" dt="2023-04-02T13:56:52.718" v="35" actId="478"/>
          <ac:spMkLst>
            <pc:docMk/>
            <pc:sldMk cId="2760579443" sldId="263"/>
            <ac:spMk id="2048" creationId="{4BBED8B1-ED48-9C27-8FB8-95FF4B1EB3CD}"/>
          </ac:spMkLst>
        </pc:spChg>
        <pc:grpChg chg="del">
          <ac:chgData name="LI Yunze" userId="c25e3d4e508c5ac7" providerId="LiveId" clId="{DEF9B077-1340-409D-869D-3905E0B84DD2}" dt="2023-04-02T13:56:48.446" v="32" actId="478"/>
          <ac:grpSpMkLst>
            <pc:docMk/>
            <pc:sldMk cId="2760579443" sldId="263"/>
            <ac:grpSpMk id="8" creationId="{ACC599B8-4E39-10AA-A814-2E578DCA694E}"/>
          </ac:grpSpMkLst>
        </pc:grpChg>
        <pc:grpChg chg="del">
          <ac:chgData name="LI Yunze" userId="c25e3d4e508c5ac7" providerId="LiveId" clId="{DEF9B077-1340-409D-869D-3905E0B84DD2}" dt="2023-04-02T13:56:50.357" v="33" actId="478"/>
          <ac:grpSpMkLst>
            <pc:docMk/>
            <pc:sldMk cId="2760579443" sldId="263"/>
            <ac:grpSpMk id="21" creationId="{845BCFA1-420B-D2F0-7425-B0778DCC9DB6}"/>
          </ac:grpSpMkLst>
        </pc:grpChg>
        <pc:graphicFrameChg chg="del">
          <ac:chgData name="LI Yunze" userId="c25e3d4e508c5ac7" providerId="LiveId" clId="{DEF9B077-1340-409D-869D-3905E0B84DD2}" dt="2023-04-02T13:56:48.446" v="32" actId="478"/>
          <ac:graphicFrameMkLst>
            <pc:docMk/>
            <pc:sldMk cId="2760579443" sldId="263"/>
            <ac:graphicFrameMk id="2057" creationId="{11B2AFFC-6D68-E8A3-5286-C3603038A376}"/>
          </ac:graphicFrameMkLst>
        </pc:graphicFrameChg>
        <pc:picChg chg="del">
          <ac:chgData name="LI Yunze" userId="c25e3d4e508c5ac7" providerId="LiveId" clId="{DEF9B077-1340-409D-869D-3905E0B84DD2}" dt="2023-04-02T13:56:48.446" v="32" actId="478"/>
          <ac:picMkLst>
            <pc:docMk/>
            <pc:sldMk cId="2760579443" sldId="263"/>
            <ac:picMk id="3076" creationId="{E36B027B-4F73-F36F-2C21-5412CFBA9E21}"/>
          </ac:picMkLst>
        </pc:picChg>
      </pc:sldChg>
      <pc:sldChg chg="del">
        <pc:chgData name="LI Yunze" userId="c25e3d4e508c5ac7" providerId="LiveId" clId="{DEF9B077-1340-409D-869D-3905E0B84DD2}" dt="2023-04-02T13:59:17.510" v="78" actId="47"/>
        <pc:sldMkLst>
          <pc:docMk/>
          <pc:sldMk cId="1883094254" sldId="264"/>
        </pc:sldMkLst>
      </pc:sldChg>
      <pc:sldChg chg="modSp add mod">
        <pc:chgData name="LI Yunze" userId="c25e3d4e508c5ac7" providerId="LiveId" clId="{DEF9B077-1340-409D-869D-3905E0B84DD2}" dt="2023-04-02T14:09:09.926" v="956" actId="20577"/>
        <pc:sldMkLst>
          <pc:docMk/>
          <pc:sldMk cId="4077251880" sldId="264"/>
        </pc:sldMkLst>
        <pc:spChg chg="mod">
          <ac:chgData name="LI Yunze" userId="c25e3d4e508c5ac7" providerId="LiveId" clId="{DEF9B077-1340-409D-869D-3905E0B84DD2}" dt="2023-04-02T14:09:09.926" v="956" actId="20577"/>
          <ac:spMkLst>
            <pc:docMk/>
            <pc:sldMk cId="4077251880" sldId="264"/>
            <ac:spMk id="11" creationId="{01BE73FE-0959-FCED-59C4-8BFA41FE4EC0}"/>
          </ac:spMkLst>
        </pc:spChg>
      </pc:sldChg>
      <pc:sldChg chg="modSp add mod ord">
        <pc:chgData name="LI Yunze" userId="c25e3d4e508c5ac7" providerId="LiveId" clId="{DEF9B077-1340-409D-869D-3905E0B84DD2}" dt="2023-04-02T14:15:47.824" v="1619" actId="20577"/>
        <pc:sldMkLst>
          <pc:docMk/>
          <pc:sldMk cId="370900425" sldId="265"/>
        </pc:sldMkLst>
        <pc:spChg chg="mod">
          <ac:chgData name="LI Yunze" userId="c25e3d4e508c5ac7" providerId="LiveId" clId="{DEF9B077-1340-409D-869D-3905E0B84DD2}" dt="2023-04-02T14:15:47.824" v="1619" actId="20577"/>
          <ac:spMkLst>
            <pc:docMk/>
            <pc:sldMk cId="370900425" sldId="265"/>
            <ac:spMk id="11" creationId="{01BE73FE-0959-FCED-59C4-8BFA41FE4EC0}"/>
          </ac:spMkLst>
        </pc:spChg>
      </pc:sldChg>
      <pc:sldChg chg="del">
        <pc:chgData name="LI Yunze" userId="c25e3d4e508c5ac7" providerId="LiveId" clId="{DEF9B077-1340-409D-869D-3905E0B84DD2}" dt="2023-04-02T13:59:17.510" v="78" actId="47"/>
        <pc:sldMkLst>
          <pc:docMk/>
          <pc:sldMk cId="2933977271" sldId="265"/>
        </pc:sldMkLst>
      </pc:sldChg>
      <pc:sldChg chg="del">
        <pc:chgData name="LI Yunze" userId="c25e3d4e508c5ac7" providerId="LiveId" clId="{DEF9B077-1340-409D-869D-3905E0B84DD2}" dt="2023-04-02T13:59:17.510" v="78" actId="47"/>
        <pc:sldMkLst>
          <pc:docMk/>
          <pc:sldMk cId="774512851" sldId="266"/>
        </pc:sldMkLst>
      </pc:sldChg>
      <pc:sldChg chg="modSp add mod">
        <pc:chgData name="LI Yunze" userId="c25e3d4e508c5ac7" providerId="LiveId" clId="{DEF9B077-1340-409D-869D-3905E0B84DD2}" dt="2023-04-02T14:13:00.360" v="1329" actId="20577"/>
        <pc:sldMkLst>
          <pc:docMk/>
          <pc:sldMk cId="2962172287" sldId="266"/>
        </pc:sldMkLst>
        <pc:spChg chg="mod">
          <ac:chgData name="LI Yunze" userId="c25e3d4e508c5ac7" providerId="LiveId" clId="{DEF9B077-1340-409D-869D-3905E0B84DD2}" dt="2023-04-02T14:13:00.360" v="1329" actId="20577"/>
          <ac:spMkLst>
            <pc:docMk/>
            <pc:sldMk cId="2962172287" sldId="266"/>
            <ac:spMk id="11" creationId="{01BE73FE-0959-FCED-59C4-8BFA41FE4EC0}"/>
          </ac:spMkLst>
        </pc:spChg>
      </pc:sldChg>
      <pc:sldChg chg="modSp add mod">
        <pc:chgData name="LI Yunze" userId="c25e3d4e508c5ac7" providerId="LiveId" clId="{DEF9B077-1340-409D-869D-3905E0B84DD2}" dt="2023-04-02T14:16:29.368" v="1729" actId="20577"/>
        <pc:sldMkLst>
          <pc:docMk/>
          <pc:sldMk cId="2181504149" sldId="267"/>
        </pc:sldMkLst>
        <pc:spChg chg="mod">
          <ac:chgData name="LI Yunze" userId="c25e3d4e508c5ac7" providerId="LiveId" clId="{DEF9B077-1340-409D-869D-3905E0B84DD2}" dt="2023-04-02T14:16:29.368" v="1729" actId="20577"/>
          <ac:spMkLst>
            <pc:docMk/>
            <pc:sldMk cId="2181504149" sldId="267"/>
            <ac:spMk id="11" creationId="{01BE73FE-0959-FCED-59C4-8BFA41FE4EC0}"/>
          </ac:spMkLst>
        </pc:spChg>
      </pc:sldChg>
      <pc:sldChg chg="del">
        <pc:chgData name="LI Yunze" userId="c25e3d4e508c5ac7" providerId="LiveId" clId="{DEF9B077-1340-409D-869D-3905E0B84DD2}" dt="2023-04-02T13:59:17.510" v="78" actId="47"/>
        <pc:sldMkLst>
          <pc:docMk/>
          <pc:sldMk cId="3513807793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CBA5050-6B68-D03A-4EA3-2648F45FA1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09564F-2B66-BC50-FAEA-05A3D3ADEF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47EB7-F1B6-49CC-9DCC-98CEBA33E624}" type="datetimeFigureOut">
              <a:rPr lang="zh-CN" altLang="en-US" smtClean="0"/>
              <a:t>2023/4/2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BFAD857-5DC9-D1FA-92F5-147A8C37CF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0FFE8F-003F-3A60-2EA7-2C5D9652525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BE5D82-4E41-4EF6-80E6-F45C2D472A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7150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044DD-95E5-4FC7-8D0F-79422013D3A5}" type="datetimeFigureOut">
              <a:rPr lang="zh-CN" altLang="en-US" smtClean="0"/>
              <a:t>2023/4/2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FC5ACC-418D-466B-8143-A0450EBCAC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0150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C5ACC-418D-466B-8143-A0450EBCAC2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709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C5ACC-418D-466B-8143-A0450EBCAC2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676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C5ACC-418D-466B-8143-A0450EBCAC2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066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C5ACC-418D-466B-8143-A0450EBCAC2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514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C5ACC-418D-466B-8143-A0450EBCAC2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83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FC5ACC-418D-466B-8143-A0450EBCAC2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350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1AB689-8E59-D33E-E62A-92C4B8CF7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11889"/>
            <a:ext cx="9144000" cy="189807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EC30C96-2C45-8D3F-A5A3-3D1531025F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3147"/>
            <a:ext cx="9144000" cy="842963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72B8CA-785D-A0AF-99C1-C3163C026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27B8C-00F3-4536-9CC9-F27F3FC233B7}" type="datetime1">
              <a:rPr lang="zh-CN" altLang="en-US" smtClean="0"/>
              <a:t>2023/4/2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54796F-1480-57CD-3BE9-FC99275E2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D60106-055D-49FB-5476-59673C8D1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9A91F-253E-4810-A89B-E88F990538DF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3736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D8F52-6872-5CBA-F784-48F0CEB09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1"/>
            <a:ext cx="5619405" cy="60570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781162-16B1-164A-B44B-1C64D021B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D62F16-1DEB-9A8F-6A3C-16C227D7F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18E82-BE3C-48E8-A9CB-8A4F2527E0E0}" type="datetime1">
              <a:rPr lang="zh-CN" altLang="en-US" smtClean="0"/>
              <a:t>2023/4/2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DD8944-220F-CC59-FC25-7BDD4EE5D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4C12D0-D6F3-EC8E-1F57-A62B6BE4E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9A91F-253E-4810-A89B-E88F990538D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00DC328-7F72-1FE3-6F4A-5FE4B33C556E}"/>
              </a:ext>
            </a:extLst>
          </p:cNvPr>
          <p:cNvCxnSpPr/>
          <p:nvPr userDrawn="1"/>
        </p:nvCxnSpPr>
        <p:spPr>
          <a:xfrm>
            <a:off x="0" y="635457"/>
            <a:ext cx="12192000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290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FB5BE8-8EC4-14C0-DA49-B3B691DB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B546AD-0736-6BEB-D8EC-F851BA4F3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A920FA-C963-52E9-5603-9434F4A2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9911-9048-4A24-B455-9249A96F084A}" type="datetime1">
              <a:rPr lang="zh-CN" altLang="en-US" smtClean="0"/>
              <a:t>2023/4/2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E7E9B5-916F-1EED-DE14-3A5D1A988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A05A83-7AA6-B30A-A42C-54EBF8D94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9A91F-253E-4810-A89B-E88F99053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108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20FAE8-4EAA-9FB5-E91A-03FF26066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29B6C0-EC7E-6808-CBAB-8704988760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201048-507A-0565-F65B-C0D1F43FC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8143C6-889F-3668-4F73-387EDE9A0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AF8D3-2776-48E0-8F6F-11C69DEDCB98}" type="datetime1">
              <a:rPr lang="zh-CN" altLang="en-US" smtClean="0"/>
              <a:t>2023/4/2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DB4ED6-27B8-6EB2-552F-1BEABC2A6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B39DE1-724E-5B67-0B9C-9E52A183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9A91F-253E-4810-A89B-E88F99053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24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3FB2A8-4ECD-762D-3A41-C07B19D1B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5D7344-7F81-0ACC-C51D-87F604B8E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4BE0FC-BB99-BDE7-F4C1-C3F04E7D1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D1E643-D207-0D9F-AFF5-718CE294ED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361C2EE-ADE0-F2E8-12B1-E9C5FB57CC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7B717CF-179A-B0F4-1A93-571C3BAF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8F839-00D7-43BA-A3ED-BD395C65A098}" type="datetime1">
              <a:rPr lang="zh-CN" altLang="en-US" smtClean="0"/>
              <a:t>2023/4/2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2BFF7AD-E737-2530-44CC-D0A42C04B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B3522F3-2277-AF67-FCB7-918EF60E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9A91F-253E-4810-A89B-E88F99053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034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17FFDB-B029-1F14-03A5-BCB6C5ABB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4708EB-0D82-E007-C37A-F8AD1D150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DFD08-31AB-46B9-9C32-9D0FDC1FD402}" type="datetime1">
              <a:rPr lang="zh-CN" altLang="en-US" smtClean="0"/>
              <a:t>2023/4/2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4A42750-AB14-4383-ED08-94E956C3A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ECD894-EFE4-85E7-165C-E695F0B79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9A91F-253E-4810-A89B-E88F99053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072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EDF7CE-0C3D-7B28-83B1-085B8A20A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2ACA2-77BA-4DB0-95B2-DEAF0549AD95}" type="datetime1">
              <a:rPr lang="zh-CN" altLang="en-US" smtClean="0"/>
              <a:t>2023/4/2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E22280-0FA6-B977-0087-0604DCEB2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2C8643-D438-25F5-DB9E-075C02E9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9A91F-253E-4810-A89B-E88F99053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40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92550A-2BBE-84B3-DAA0-CBD42835C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EE38EE-39C3-1BEA-99D4-E49333FA6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B2B125-517D-BCCF-2B1C-754A7D2C2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6E75D1-19B4-CCE0-3A2E-D3B11BF95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A8D63-F9D7-42C4-8A5C-267F7C562B49}" type="datetime1">
              <a:rPr lang="zh-CN" altLang="en-US" smtClean="0"/>
              <a:t>2023/4/2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3B354D-8064-FB4A-159A-62A65AB01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381F30-9093-E2F8-AE0A-4CD57E5E3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9A91F-253E-4810-A89B-E88F99053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673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F38A15-BFAF-BAAF-52C9-DDBEE51B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9874A3E-DDDA-02DB-ACA3-4FC9C166E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776181-F81E-C439-752D-A62ADC694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D98ABF-3774-4249-E68A-5C34AEBE1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D3D5-250D-4E5F-8076-0B18F3EF326A}" type="datetime1">
              <a:rPr lang="zh-CN" altLang="en-US" smtClean="0"/>
              <a:t>2023/4/2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620C30-C56C-B125-BE14-6734FC515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109F02-8F09-30C8-97AD-B5B61EB2F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9A91F-253E-4810-A89B-E88F99053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088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D4A492-4A73-487F-58A8-9A1C8720B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5653D6-3133-68E5-5656-9F9EDA55D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82AD95-26F7-67DF-AA02-20B50CEC9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075B4-DDD2-4526-8D4F-AAB7E954136E}" type="datetime1">
              <a:rPr lang="zh-CN" altLang="en-US" smtClean="0"/>
              <a:t>2023/4/2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46C633-77BF-AF96-BC81-E679E5B58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697841-AE70-364A-5E87-5DBC6F37A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9A91F-253E-4810-A89B-E88F99053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48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DD20234-53B9-9F3D-E29C-1DB93EBF5A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5A1C0F-EA3F-4BE6-1ED0-879B31AE5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7A376C-8D6F-98CD-F13F-382243C0C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9ABA1-23F2-4AE6-B842-0162127CD3A4}" type="datetime1">
              <a:rPr lang="zh-CN" altLang="en-US" smtClean="0"/>
              <a:t>2023/4/2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E0EF45-7111-B148-1E8B-C8651992D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C61261-9124-CCC8-08C0-FB1D4F5B5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9A91F-253E-4810-A89B-E88F990538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049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FE41769-2E74-80BD-140F-63682AF41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A2B0E5-8032-1CAB-232C-FE44ADD50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A5A92C-AC81-42A0-450B-9FB83DA8F5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8906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1F5AE8-6298-4042-9ABA-D9FEB76407A8}" type="datetime1">
              <a:rPr lang="zh-CN" altLang="en-US" smtClean="0"/>
              <a:t>2023/4/2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91388C-920D-6044-3118-4DC3364F9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8DBC39-84B6-5ED1-AED1-20555160FA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41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9A91F-253E-4810-A89B-E88F990538DF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4058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84BB8EEE-AABA-F47D-0838-B0E276D94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5229881"/>
            <a:ext cx="9144000" cy="437830"/>
          </a:xfrm>
        </p:spPr>
        <p:txBody>
          <a:bodyPr>
            <a:normAutofit/>
          </a:bodyPr>
          <a:lstStyle/>
          <a:p>
            <a:r>
              <a:rPr lang="en-US" altLang="zh-CN" sz="1800" dirty="0">
                <a:latin typeface="Berlin Sans FB Demi" panose="020E0802020502020306" pitchFamily="34" charset="0"/>
                <a:ea typeface="Adobe Gothic Std B" panose="020B0800000000000000" pitchFamily="34" charset="-128"/>
              </a:rPr>
              <a:t>2023/4/6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B1CA21-F0CF-970B-5827-C05C0B2F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27B8C-00F3-4536-9CC9-F27F3FC233B7}" type="datetime1">
              <a:rPr lang="zh-CN" altLang="en-US" smtClean="0"/>
              <a:t>2023/4/2</a:t>
            </a:fld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24C7CC-37DD-C5A2-0182-220B9CAD4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9A91F-253E-4810-A89B-E88F990538DF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79C5AFD-2509-1F39-561D-3E8B297D5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138"/>
            <a:ext cx="12192000" cy="1195862"/>
          </a:xfrm>
        </p:spPr>
        <p:txBody>
          <a:bodyPr>
            <a:noAutofit/>
          </a:bodyPr>
          <a:lstStyle/>
          <a:p>
            <a:r>
              <a:rPr lang="en-US" altLang="zh-CN" sz="5000" dirty="0">
                <a:latin typeface="Berlin Sans FB Demi" panose="020E0802020502020306" pitchFamily="34" charset="0"/>
              </a:rPr>
              <a:t>Welcome to Focus on Microscopy 2023</a:t>
            </a:r>
            <a:endParaRPr lang="en-US" sz="5000" dirty="0">
              <a:latin typeface="Berlin Sans FB Demi" panose="020E0802020502020306" pitchFamily="34" charset="0"/>
            </a:endParaRPr>
          </a:p>
        </p:txBody>
      </p:sp>
      <p:pic>
        <p:nvPicPr>
          <p:cNvPr id="1026" name="Picture 2" descr="Applied Scientific Instrumentation | ASI">
            <a:extLst>
              <a:ext uri="{FF2B5EF4-FFF2-40B4-BE49-F238E27FC236}">
                <a16:creationId xmlns:a16="http://schemas.microsoft.com/office/drawing/2014/main" id="{94EB6D30-C006-5E24-DEA5-8F14627B7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02" y="164962"/>
            <a:ext cx="3100191" cy="68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1101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87F24C-3019-8FC4-54FD-295D1572B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18E82-BE3C-48E8-A9CB-8A4F2527E0E0}" type="datetime1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2023/4/2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02A70F-F7A7-4C01-2746-48CC8C285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9A91F-253E-4810-A89B-E88F990538DF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4BF0146-B24A-C228-EB86-2F8E3EA3FB2F}"/>
              </a:ext>
            </a:extLst>
          </p:cNvPr>
          <p:cNvSpPr txBox="1"/>
          <p:nvPr/>
        </p:nvSpPr>
        <p:spPr>
          <a:xfrm>
            <a:off x="0" y="23644"/>
            <a:ext cx="423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Berlin Sans FB Demi" panose="020E08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1.Contents</a:t>
            </a:r>
            <a:endParaRPr lang="zh-CN" altLang="en-US" sz="3200" dirty="0">
              <a:latin typeface="Berlin Sans FB Demi" panose="020E0802020502020306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BE73FE-0959-FCED-59C4-8BFA41FE4EC0}"/>
              </a:ext>
            </a:extLst>
          </p:cNvPr>
          <p:cNvSpPr txBox="1"/>
          <p:nvPr/>
        </p:nvSpPr>
        <p:spPr>
          <a:xfrm>
            <a:off x="200417" y="762681"/>
            <a:ext cx="11279687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Tutorials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Multispectral and two-photon fluorescence microscopy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Superresolution	 I: Minflux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Correlative Microscopy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Light-sheet: Techniques &amp; Theory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Biomedical Imaging 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Aberration corrected microscopy 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Superresolution II:</a:t>
            </a:r>
            <a:r>
              <a:rPr lang="zh-CN" altLang="en-US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SMLM</a:t>
            </a:r>
            <a:r>
              <a:rPr lang="zh-CN" altLang="en-US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Methods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Imaging formation and optical design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Light sheet: Applications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Biophysical Imaging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Aberration corrected microscopy II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Superresolution III: SIM &amp; ISM</a:t>
            </a:r>
          </a:p>
          <a:p>
            <a:endParaRPr lang="en-US" altLang="zh-CN" sz="2800" dirty="0">
              <a:latin typeface="Berlin Sans FB" panose="020E0602020502020306" pitchFamily="34" charset="0"/>
              <a:ea typeface="Adobe Gothic Std B" panose="020B0800000000000000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579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87F24C-3019-8FC4-54FD-295D1572B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18E82-BE3C-48E8-A9CB-8A4F2527E0E0}" type="datetime1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2023/4/2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02A70F-F7A7-4C01-2746-48CC8C285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9A91F-253E-4810-A89B-E88F990538DF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4BF0146-B24A-C228-EB86-2F8E3EA3FB2F}"/>
              </a:ext>
            </a:extLst>
          </p:cNvPr>
          <p:cNvSpPr txBox="1"/>
          <p:nvPr/>
        </p:nvSpPr>
        <p:spPr>
          <a:xfrm>
            <a:off x="0" y="23644"/>
            <a:ext cx="423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Berlin Sans FB Demi" panose="020E08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1.Contents</a:t>
            </a:r>
            <a:endParaRPr lang="zh-CN" altLang="en-US" sz="3200" dirty="0">
              <a:latin typeface="Berlin Sans FB Demi" panose="020E0802020502020306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BE73FE-0959-FCED-59C4-8BFA41FE4EC0}"/>
              </a:ext>
            </a:extLst>
          </p:cNvPr>
          <p:cNvSpPr txBox="1"/>
          <p:nvPr/>
        </p:nvSpPr>
        <p:spPr>
          <a:xfrm>
            <a:off x="200417" y="762681"/>
            <a:ext cx="1127968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Raman Imaging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Light-sheet: Cleared Tissue Imaging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Image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New Developments in Commercial Instrumentation 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Superresolution IV: SMLM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Fluorescent probes and labeling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Light-sheet: Novel Techniques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Advanced Signal and Image Analysis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Biomedical &amp; Biological Posters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FLIM Posters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Fluorescence, Probes &amp; Labeling Posters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Image Analyses Posters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Label-free Imaging Posters</a:t>
            </a:r>
          </a:p>
        </p:txBody>
      </p:sp>
    </p:spTree>
    <p:extLst>
      <p:ext uri="{BB962C8B-B14F-4D97-AF65-F5344CB8AC3E}">
        <p14:creationId xmlns:p14="http://schemas.microsoft.com/office/powerpoint/2010/main" val="4077251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87F24C-3019-8FC4-54FD-295D1572B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18E82-BE3C-48E8-A9CB-8A4F2527E0E0}" type="datetime1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2023/4/2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02A70F-F7A7-4C01-2746-48CC8C285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9A91F-253E-4810-A89B-E88F990538DF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4BF0146-B24A-C228-EB86-2F8E3EA3FB2F}"/>
              </a:ext>
            </a:extLst>
          </p:cNvPr>
          <p:cNvSpPr txBox="1"/>
          <p:nvPr/>
        </p:nvSpPr>
        <p:spPr>
          <a:xfrm>
            <a:off x="0" y="23644"/>
            <a:ext cx="423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Berlin Sans FB Demi" panose="020E08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1.Contents</a:t>
            </a:r>
            <a:endParaRPr lang="zh-CN" altLang="en-US" sz="3200" dirty="0">
              <a:latin typeface="Berlin Sans FB Demi" panose="020E0802020502020306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BE73FE-0959-FCED-59C4-8BFA41FE4EC0}"/>
              </a:ext>
            </a:extLst>
          </p:cNvPr>
          <p:cNvSpPr txBox="1"/>
          <p:nvPr/>
        </p:nvSpPr>
        <p:spPr>
          <a:xfrm>
            <a:off x="200417" y="762681"/>
            <a:ext cx="1127968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Non-linear &amp; Laser-scanning Posters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Light-sheet Posters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FLIM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Superresolution V: Label-Free Methods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Fluorescent probes and labeling SR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New Approaches 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Biomedical Imaging II – Endoscopy and tissue imaging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FLIM &amp; FCS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Superresolution VI:  Expansion &amp; Paint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Label-free Imaging 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New Approaches II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Brain Imaging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New Developments in Commercial Instrumentation II</a:t>
            </a:r>
          </a:p>
        </p:txBody>
      </p:sp>
    </p:spTree>
    <p:extLst>
      <p:ext uri="{BB962C8B-B14F-4D97-AF65-F5344CB8AC3E}">
        <p14:creationId xmlns:p14="http://schemas.microsoft.com/office/powerpoint/2010/main" val="2962172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87F24C-3019-8FC4-54FD-295D1572B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18E82-BE3C-48E8-A9CB-8A4F2527E0E0}" type="datetime1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2023/4/2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02A70F-F7A7-4C01-2746-48CC8C285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9A91F-253E-4810-A89B-E88F990538DF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4BF0146-B24A-C228-EB86-2F8E3EA3FB2F}"/>
              </a:ext>
            </a:extLst>
          </p:cNvPr>
          <p:cNvSpPr txBox="1"/>
          <p:nvPr/>
        </p:nvSpPr>
        <p:spPr>
          <a:xfrm>
            <a:off x="0" y="23644"/>
            <a:ext cx="423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Berlin Sans FB Demi" panose="020E08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1.Contents</a:t>
            </a:r>
            <a:endParaRPr lang="zh-CN" altLang="en-US" sz="3200" dirty="0">
              <a:latin typeface="Berlin Sans FB Demi" panose="020E0802020502020306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BE73FE-0959-FCED-59C4-8BFA41FE4EC0}"/>
              </a:ext>
            </a:extLst>
          </p:cNvPr>
          <p:cNvSpPr txBox="1"/>
          <p:nvPr/>
        </p:nvSpPr>
        <p:spPr>
          <a:xfrm>
            <a:off x="200417" y="762681"/>
            <a:ext cx="1127968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Superresolution VII: STED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Label-free Imaging II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Quantitative Phase Imaging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Brain Imaging Innovations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Microscopy Techniques Posters I&amp; II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Superresolution Posters I&amp;II&amp;III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Various Topics Posters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Multimodal Imaging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Superresolution VIII:</a:t>
            </a:r>
            <a:r>
              <a:rPr lang="zh-CN" altLang="en-US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Random Illumination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Superresolution Applications 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Smart microscopy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Biomedical Imaging III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Second Harmonic Imaging</a:t>
            </a:r>
          </a:p>
        </p:txBody>
      </p:sp>
    </p:spTree>
    <p:extLst>
      <p:ext uri="{BB962C8B-B14F-4D97-AF65-F5344CB8AC3E}">
        <p14:creationId xmlns:p14="http://schemas.microsoft.com/office/powerpoint/2010/main" val="370900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87F24C-3019-8FC4-54FD-295D1572B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18E82-BE3C-48E8-A9CB-8A4F2527E0E0}" type="datetime1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2023/4/2</a:t>
            </a:fld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02A70F-F7A7-4C01-2746-48CC8C285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9A91F-253E-4810-A89B-E88F990538DF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4BF0146-B24A-C228-EB86-2F8E3EA3FB2F}"/>
              </a:ext>
            </a:extLst>
          </p:cNvPr>
          <p:cNvSpPr txBox="1"/>
          <p:nvPr/>
        </p:nvSpPr>
        <p:spPr>
          <a:xfrm>
            <a:off x="0" y="23644"/>
            <a:ext cx="423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Berlin Sans FB Demi" panose="020E08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1.Contents</a:t>
            </a:r>
            <a:endParaRPr lang="zh-CN" altLang="en-US" sz="3200" dirty="0">
              <a:latin typeface="Berlin Sans FB Demi" panose="020E0802020502020306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BE73FE-0959-FCED-59C4-8BFA41FE4EC0}"/>
              </a:ext>
            </a:extLst>
          </p:cNvPr>
          <p:cNvSpPr txBox="1"/>
          <p:nvPr/>
        </p:nvSpPr>
        <p:spPr>
          <a:xfrm>
            <a:off x="200417" y="762681"/>
            <a:ext cx="112796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Single Molecule Imaging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Superresolution Applications II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Spectroscopic Imaging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>
                <a:latin typeface="Berlin Sans FB" panose="020E0602020502020306" pitchFamily="34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Biomedical Imaging IV</a:t>
            </a:r>
            <a:endParaRPr lang="en-US" altLang="zh-CN" sz="2800" dirty="0">
              <a:latin typeface="Berlin Sans FB" panose="020E0602020502020306" pitchFamily="34" charset="0"/>
              <a:ea typeface="Adobe Gothic Std B" panose="020B0800000000000000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504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15338</TotalTime>
  <Words>252</Words>
  <Application>Microsoft Office PowerPoint</Application>
  <PresentationFormat>宽屏</PresentationFormat>
  <Paragraphs>81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等线 Light</vt:lpstr>
      <vt:lpstr>Arial</vt:lpstr>
      <vt:lpstr>Berlin Sans FB</vt:lpstr>
      <vt:lpstr>Berlin Sans FB Demi</vt:lpstr>
      <vt:lpstr>Times New Roman</vt:lpstr>
      <vt:lpstr>Office 主题​​</vt:lpstr>
      <vt:lpstr>Welcome to Focus on Microscopy 2023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 Yunze</dc:creator>
  <cp:lastModifiedBy>LI Yunze</cp:lastModifiedBy>
  <cp:revision>1404</cp:revision>
  <dcterms:created xsi:type="dcterms:W3CDTF">2022-10-29T06:24:22Z</dcterms:created>
  <dcterms:modified xsi:type="dcterms:W3CDTF">2023-04-02T14:16:37Z</dcterms:modified>
</cp:coreProperties>
</file>